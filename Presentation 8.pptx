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C71B3-0411-D176-25A1-01921085BCB0}" v="4" dt="2026-04-13T20:55:33.995"/>
    <p1510:client id="{A1C9B9BE-A63E-43D1-8F89-7AE7BDC8BEB9}" v="2165" dt="2026-04-13T10:50:56.404"/>
    <p1510:client id="{A39DF81C-28C3-4EDD-805E-01C4C857D167}" v="5" dt="2026-04-13T11:04:17.995"/>
    <p1510:client id="{B4FD80C1-B2BA-4A8E-81CA-BC0783C3CC3F}" v="48" dt="2026-04-13T12:02:04.899"/>
    <p1510:client id="{CDA46650-FD74-4B94-85FD-94988C2724B6}" v="74" dt="2026-04-13T09:56:57.997"/>
    <p1510:client id="{F84466AE-3E59-44CD-ABCF-B1A7E302D1EF}" v="184" dt="2026-04-13T09:51:24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per Gulczyński" userId="813db2590713d61d" providerId="Windows Live" clId="Web-{CDA46650-FD74-4B94-85FD-94988C2724B6}"/>
    <pc:docChg chg="modSld">
      <pc:chgData name="Kacper Gulczyński" userId="813db2590713d61d" providerId="Windows Live" clId="Web-{CDA46650-FD74-4B94-85FD-94988C2724B6}" dt="2026-04-13T09:56:57.997" v="73" actId="14100"/>
      <pc:docMkLst>
        <pc:docMk/>
      </pc:docMkLst>
      <pc:sldChg chg="addSp delSp modSp">
        <pc:chgData name="Kacper Gulczyński" userId="813db2590713d61d" providerId="Windows Live" clId="Web-{CDA46650-FD74-4B94-85FD-94988C2724B6}" dt="2026-04-13T09:56:57.997" v="73" actId="14100"/>
        <pc:sldMkLst>
          <pc:docMk/>
          <pc:sldMk cId="650317164" sldId="256"/>
        </pc:sldMkLst>
        <pc:spChg chg="mod">
          <ac:chgData name="Kacper Gulczyński" userId="813db2590713d61d" providerId="Windows Live" clId="Web-{CDA46650-FD74-4B94-85FD-94988C2724B6}" dt="2026-04-13T09:55:16.872" v="46" actId="14100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Kacper Gulczyński" userId="813db2590713d61d" providerId="Windows Live" clId="Web-{CDA46650-FD74-4B94-85FD-94988C2724B6}" dt="2026-04-13T09:56:31.716" v="66" actId="20577"/>
          <ac:spMkLst>
            <pc:docMk/>
            <pc:sldMk cId="650317164" sldId="256"/>
            <ac:spMk id="3" creationId="{00000000-0000-0000-0000-000000000000}"/>
          </ac:spMkLst>
        </pc:spChg>
        <pc:spChg chg="add del mod">
          <ac:chgData name="Kacper Gulczyński" userId="813db2590713d61d" providerId="Windows Live" clId="Web-{CDA46650-FD74-4B94-85FD-94988C2724B6}" dt="2026-04-13T09:55:59.919" v="60"/>
          <ac:spMkLst>
            <pc:docMk/>
            <pc:sldMk cId="650317164" sldId="256"/>
            <ac:spMk id="9" creationId="{7009A818-184D-145A-B4BA-FC0505AC3961}"/>
          </ac:spMkLst>
        </pc:spChg>
        <pc:spChg chg="add del mod">
          <ac:chgData name="Kacper Gulczyński" userId="813db2590713d61d" providerId="Windows Live" clId="Web-{CDA46650-FD74-4B94-85FD-94988C2724B6}" dt="2026-04-13T09:56:27.075" v="64"/>
          <ac:spMkLst>
            <pc:docMk/>
            <pc:sldMk cId="650317164" sldId="256"/>
            <ac:spMk id="10" creationId="{818C33F5-1BA1-CA1A-200C-444728EE5937}"/>
          </ac:spMkLst>
        </pc:spChg>
        <pc:spChg chg="add mod">
          <ac:chgData name="Kacper Gulczyński" userId="813db2590713d61d" providerId="Windows Live" clId="Web-{CDA46650-FD74-4B94-85FD-94988C2724B6}" dt="2026-04-13T09:56:57.997" v="73" actId="14100"/>
          <ac:spMkLst>
            <pc:docMk/>
            <pc:sldMk cId="650317164" sldId="256"/>
            <ac:spMk id="12" creationId="{5E437247-E6C8-CB68-7CCA-EAB301C28732}"/>
          </ac:spMkLst>
        </pc:spChg>
        <pc:picChg chg="del">
          <ac:chgData name="Kacper Gulczyński" userId="813db2590713d61d" providerId="Windows Live" clId="Web-{CDA46650-FD74-4B94-85FD-94988C2724B6}" dt="2026-04-13T09:53:53.027" v="36"/>
          <ac:picMkLst>
            <pc:docMk/>
            <pc:sldMk cId="650317164" sldId="256"/>
            <ac:picMk id="4" creationId="{D5DA3179-6378-5A23-126D-4BEDF69BEB83}"/>
          </ac:picMkLst>
        </pc:picChg>
        <pc:picChg chg="del">
          <ac:chgData name="Kacper Gulczyński" userId="813db2590713d61d" providerId="Windows Live" clId="Web-{CDA46650-FD74-4B94-85FD-94988C2724B6}" dt="2026-04-13T09:53:54.199" v="37"/>
          <ac:picMkLst>
            <pc:docMk/>
            <pc:sldMk cId="650317164" sldId="256"/>
            <ac:picMk id="5" creationId="{65293218-740E-3999-1688-A08D2E153BD9}"/>
          </ac:picMkLst>
        </pc:picChg>
        <pc:picChg chg="del">
          <ac:chgData name="Kacper Gulczyński" userId="813db2590713d61d" providerId="Windows Live" clId="Web-{CDA46650-FD74-4B94-85FD-94988C2724B6}" dt="2026-04-13T09:53:57.246" v="38"/>
          <ac:picMkLst>
            <pc:docMk/>
            <pc:sldMk cId="650317164" sldId="256"/>
            <ac:picMk id="6" creationId="{C1E21A69-317F-F07E-A25A-B4C85A1ED53C}"/>
          </ac:picMkLst>
        </pc:picChg>
        <pc:picChg chg="add del mod">
          <ac:chgData name="Kacper Gulczyński" userId="813db2590713d61d" providerId="Windows Live" clId="Web-{CDA46650-FD74-4B94-85FD-94988C2724B6}" dt="2026-04-13T09:54:34.825" v="40"/>
          <ac:picMkLst>
            <pc:docMk/>
            <pc:sldMk cId="650317164" sldId="256"/>
            <ac:picMk id="7" creationId="{57F3DC07-7942-B5B5-0B38-4408805A316B}"/>
          </ac:picMkLst>
        </pc:picChg>
        <pc:picChg chg="add mod">
          <ac:chgData name="Kacper Gulczyński" userId="813db2590713d61d" providerId="Windows Live" clId="Web-{CDA46650-FD74-4B94-85FD-94988C2724B6}" dt="2026-04-13T09:55:09.309" v="44"/>
          <ac:picMkLst>
            <pc:docMk/>
            <pc:sldMk cId="650317164" sldId="256"/>
            <ac:picMk id="8" creationId="{3883908A-1855-6A6F-217A-A655C0ED962C}"/>
          </ac:picMkLst>
        </pc:picChg>
        <pc:picChg chg="add del">
          <ac:chgData name="Kacper Gulczyński" userId="813db2590713d61d" providerId="Windows Live" clId="Web-{CDA46650-FD74-4B94-85FD-94988C2724B6}" dt="2026-04-13T09:56:35.450" v="68"/>
          <ac:picMkLst>
            <pc:docMk/>
            <pc:sldMk cId="650317164" sldId="256"/>
            <ac:picMk id="11" creationId="{57F3DC07-7942-B5B5-0B38-4408805A316B}"/>
          </ac:picMkLst>
        </pc:picChg>
      </pc:sldChg>
      <pc:sldChg chg="addSp delSp modSp">
        <pc:chgData name="Kacper Gulczyński" userId="813db2590713d61d" providerId="Windows Live" clId="Web-{CDA46650-FD74-4B94-85FD-94988C2724B6}" dt="2026-04-13T09:53:49.668" v="35"/>
        <pc:sldMkLst>
          <pc:docMk/>
          <pc:sldMk cId="2039060353" sldId="259"/>
        </pc:sldMkLst>
        <pc:spChg chg="del mod">
          <ac:chgData name="Kacper Gulczyński" userId="813db2590713d61d" providerId="Windows Live" clId="Web-{CDA46650-FD74-4B94-85FD-94988C2724B6}" dt="2026-04-13T09:53:22.215" v="28"/>
          <ac:spMkLst>
            <pc:docMk/>
            <pc:sldMk cId="2039060353" sldId="259"/>
            <ac:spMk id="2" creationId="{259B97AC-4E4C-BDB1-26EA-2A29EFB3F04E}"/>
          </ac:spMkLst>
        </pc:spChg>
        <pc:spChg chg="del mod">
          <ac:chgData name="Kacper Gulczyński" userId="813db2590713d61d" providerId="Windows Live" clId="Web-{CDA46650-FD74-4B94-85FD-94988C2724B6}" dt="2026-04-13T09:53:21.277" v="27"/>
          <ac:spMkLst>
            <pc:docMk/>
            <pc:sldMk cId="2039060353" sldId="259"/>
            <ac:spMk id="3" creationId="{B172F51B-2342-CA5D-EFD8-981E6787F56A}"/>
          </ac:spMkLst>
        </pc:spChg>
        <pc:spChg chg="del mod">
          <ac:chgData name="Kacper Gulczyński" userId="813db2590713d61d" providerId="Windows Live" clId="Web-{CDA46650-FD74-4B94-85FD-94988C2724B6}" dt="2026-04-13T09:52:19.012" v="3"/>
          <ac:spMkLst>
            <pc:docMk/>
            <pc:sldMk cId="2039060353" sldId="259"/>
            <ac:spMk id="8" creationId="{E0543C7E-2913-0C5F-140B-D7FF40C72603}"/>
          </ac:spMkLst>
        </pc:spChg>
        <pc:spChg chg="add del mod">
          <ac:chgData name="Kacper Gulczyński" userId="813db2590713d61d" providerId="Windows Live" clId="Web-{CDA46650-FD74-4B94-85FD-94988C2724B6}" dt="2026-04-13T09:53:26.387" v="29"/>
          <ac:spMkLst>
            <pc:docMk/>
            <pc:sldMk cId="2039060353" sldId="259"/>
            <ac:spMk id="9" creationId="{0D0D1CBE-A941-1201-0CA9-4070B919514B}"/>
          </ac:spMkLst>
        </pc:spChg>
        <pc:spChg chg="del mod">
          <ac:chgData name="Kacper Gulczyński" userId="813db2590713d61d" providerId="Windows Live" clId="Web-{CDA46650-FD74-4B94-85FD-94988C2724B6}" dt="2026-04-13T09:53:11.871" v="13"/>
          <ac:spMkLst>
            <pc:docMk/>
            <pc:sldMk cId="2039060353" sldId="259"/>
            <ac:spMk id="10" creationId="{30BAE3EA-21B4-D42F-BC7A-2BE1F06494AF}"/>
          </ac:spMkLst>
        </pc:spChg>
        <pc:spChg chg="del mod">
          <ac:chgData name="Kacper Gulczyński" userId="813db2590713d61d" providerId="Windows Live" clId="Web-{CDA46650-FD74-4B94-85FD-94988C2724B6}" dt="2026-04-13T09:51:49.808" v="1"/>
          <ac:spMkLst>
            <pc:docMk/>
            <pc:sldMk cId="2039060353" sldId="259"/>
            <ac:spMk id="12" creationId="{B1FD5CA4-70DA-724F-E9CA-4606880B8B35}"/>
          </ac:spMkLst>
        </pc:spChg>
        <pc:spChg chg="del mod">
          <ac:chgData name="Kacper Gulczyński" userId="813db2590713d61d" providerId="Windows Live" clId="Web-{CDA46650-FD74-4B94-85FD-94988C2724B6}" dt="2026-04-13T09:52:51.652" v="8"/>
          <ac:spMkLst>
            <pc:docMk/>
            <pc:sldMk cId="2039060353" sldId="259"/>
            <ac:spMk id="14" creationId="{C483BB69-E94F-7EBA-107A-525627DF0A8B}"/>
          </ac:spMkLst>
        </pc:spChg>
        <pc:spChg chg="del">
          <ac:chgData name="Kacper Gulczyński" userId="813db2590713d61d" providerId="Windows Live" clId="Web-{CDA46650-FD74-4B94-85FD-94988C2724B6}" dt="2026-04-13T09:53:21.043" v="26"/>
          <ac:spMkLst>
            <pc:docMk/>
            <pc:sldMk cId="2039060353" sldId="259"/>
            <ac:spMk id="15" creationId="{352CCB2F-B153-47FD-8AD0-784FB8D427D4}"/>
          </ac:spMkLst>
        </pc:spChg>
        <pc:spChg chg="del mod">
          <ac:chgData name="Kacper Gulczyński" userId="813db2590713d61d" providerId="Windows Live" clId="Web-{CDA46650-FD74-4B94-85FD-94988C2724B6}" dt="2026-04-13T09:53:21.027" v="25"/>
          <ac:spMkLst>
            <pc:docMk/>
            <pc:sldMk cId="2039060353" sldId="259"/>
            <ac:spMk id="16" creationId="{A94BB3AF-E76C-334A-80FA-ACC9502F1830}"/>
          </ac:spMkLst>
        </pc:spChg>
        <pc:picChg chg="del mod">
          <ac:chgData name="Kacper Gulczyński" userId="813db2590713d61d" providerId="Windows Live" clId="Web-{CDA46650-FD74-4B94-85FD-94988C2724B6}" dt="2026-04-13T09:53:49.668" v="35"/>
          <ac:picMkLst>
            <pc:docMk/>
            <pc:sldMk cId="2039060353" sldId="259"/>
            <ac:picMk id="4" creationId="{B66E4A2C-E4F7-F44B-A603-296DD52876B3}"/>
          </ac:picMkLst>
        </pc:picChg>
        <pc:picChg chg="del mod">
          <ac:chgData name="Kacper Gulczyński" userId="813db2590713d61d" providerId="Windows Live" clId="Web-{CDA46650-FD74-4B94-85FD-94988C2724B6}" dt="2026-04-13T09:53:48.434" v="34"/>
          <ac:picMkLst>
            <pc:docMk/>
            <pc:sldMk cId="2039060353" sldId="259"/>
            <ac:picMk id="5" creationId="{83AC6B06-A452-EA23-2EBD-486194773B0F}"/>
          </ac:picMkLst>
        </pc:picChg>
        <pc:picChg chg="del mod">
          <ac:chgData name="Kacper Gulczyński" userId="813db2590713d61d" providerId="Windows Live" clId="Web-{CDA46650-FD74-4B94-85FD-94988C2724B6}" dt="2026-04-13T09:53:47.184" v="33"/>
          <ac:picMkLst>
            <pc:docMk/>
            <pc:sldMk cId="2039060353" sldId="259"/>
            <ac:picMk id="6" creationId="{1207F230-95C1-E446-DACF-CDCAC62D0097}"/>
          </ac:picMkLst>
        </pc:picChg>
      </pc:sldChg>
    </pc:docChg>
  </pc:docChgLst>
  <pc:docChgLst>
    <pc:chgData name="Kacper Gulczyński" userId="813db2590713d61d" providerId="Windows Live" clId="Web-{A39DF81C-28C3-4EDD-805E-01C4C857D167}"/>
    <pc:docChg chg="modSld">
      <pc:chgData name="Kacper Gulczyński" userId="813db2590713d61d" providerId="Windows Live" clId="Web-{A39DF81C-28C3-4EDD-805E-01C4C857D167}" dt="2026-04-13T11:04:16.917" v="1" actId="20577"/>
      <pc:docMkLst>
        <pc:docMk/>
      </pc:docMkLst>
      <pc:sldChg chg="modSp">
        <pc:chgData name="Kacper Gulczyński" userId="813db2590713d61d" providerId="Windows Live" clId="Web-{A39DF81C-28C3-4EDD-805E-01C4C857D167}" dt="2026-04-13T11:04:16.917" v="1" actId="20577"/>
        <pc:sldMkLst>
          <pc:docMk/>
          <pc:sldMk cId="718012125" sldId="260"/>
        </pc:sldMkLst>
        <pc:spChg chg="mod">
          <ac:chgData name="Kacper Gulczyński" userId="813db2590713d61d" providerId="Windows Live" clId="Web-{A39DF81C-28C3-4EDD-805E-01C4C857D167}" dt="2026-04-13T11:04:16.917" v="1" actId="20577"/>
          <ac:spMkLst>
            <pc:docMk/>
            <pc:sldMk cId="718012125" sldId="260"/>
            <ac:spMk id="12" creationId="{C68E7863-AF3B-8B3F-9B3E-35408B64A03A}"/>
          </ac:spMkLst>
        </pc:spChg>
      </pc:sldChg>
    </pc:docChg>
  </pc:docChgLst>
  <pc:docChgLst>
    <pc:chgData name="Gość" providerId="Windows Live" clId="Web-{89CC71B3-0411-D176-25A1-01921085BCB0}"/>
    <pc:docChg chg="modSld">
      <pc:chgData name="Gość" userId="" providerId="Windows Live" clId="Web-{89CC71B3-0411-D176-25A1-01921085BCB0}" dt="2026-04-13T20:55:33.995" v="3"/>
      <pc:docMkLst>
        <pc:docMk/>
      </pc:docMkLst>
      <pc:sldChg chg="modTransition">
        <pc:chgData name="Gość" userId="" providerId="Windows Live" clId="Web-{89CC71B3-0411-D176-25A1-01921085BCB0}" dt="2026-04-13T20:54:46.616" v="0"/>
        <pc:sldMkLst>
          <pc:docMk/>
          <pc:sldMk cId="650317164" sldId="256"/>
        </pc:sldMkLst>
      </pc:sldChg>
      <pc:sldChg chg="modSp modTransition">
        <pc:chgData name="Gość" userId="" providerId="Windows Live" clId="Web-{89CC71B3-0411-D176-25A1-01921085BCB0}" dt="2026-04-13T20:55:17.494" v="2" actId="1076"/>
        <pc:sldMkLst>
          <pc:docMk/>
          <pc:sldMk cId="1100344510" sldId="259"/>
        </pc:sldMkLst>
        <pc:picChg chg="mod">
          <ac:chgData name="Gość" userId="" providerId="Windows Live" clId="Web-{89CC71B3-0411-D176-25A1-01921085BCB0}" dt="2026-04-13T20:55:17.494" v="2" actId="1076"/>
          <ac:picMkLst>
            <pc:docMk/>
            <pc:sldMk cId="1100344510" sldId="259"/>
            <ac:picMk id="11" creationId="{80B944A8-D9B3-B126-9D3A-FEB642F613F3}"/>
          </ac:picMkLst>
        </pc:picChg>
      </pc:sldChg>
      <pc:sldChg chg="modTransition">
        <pc:chgData name="Gość" userId="" providerId="Windows Live" clId="Web-{89CC71B3-0411-D176-25A1-01921085BCB0}" dt="2026-04-13T20:55:33.995" v="3"/>
        <pc:sldMkLst>
          <pc:docMk/>
          <pc:sldMk cId="718012125" sldId="260"/>
        </pc:sldMkLst>
      </pc:sldChg>
    </pc:docChg>
  </pc:docChgLst>
  <pc:docChgLst>
    <pc:chgData name="Kacper Gulczyński" userId="813db2590713d61d" providerId="Windows Live" clId="Web-{B4FD80C1-B2BA-4A8E-81CA-BC0783C3CC3F}"/>
    <pc:docChg chg="modSld">
      <pc:chgData name="Kacper Gulczyński" userId="813db2590713d61d" providerId="Windows Live" clId="Web-{B4FD80C1-B2BA-4A8E-81CA-BC0783C3CC3F}" dt="2026-04-13T12:02:04.899" v="43"/>
      <pc:docMkLst>
        <pc:docMk/>
      </pc:docMkLst>
      <pc:sldChg chg="addSp delSp modSp">
        <pc:chgData name="Kacper Gulczyński" userId="813db2590713d61d" providerId="Windows Live" clId="Web-{B4FD80C1-B2BA-4A8E-81CA-BC0783C3CC3F}" dt="2026-04-13T12:02:04.899" v="43"/>
        <pc:sldMkLst>
          <pc:docMk/>
          <pc:sldMk cId="650317164" sldId="256"/>
        </pc:sldMkLst>
        <pc:picChg chg="add del mod">
          <ac:chgData name="Kacper Gulczyński" userId="813db2590713d61d" providerId="Windows Live" clId="Web-{B4FD80C1-B2BA-4A8E-81CA-BC0783C3CC3F}" dt="2026-04-13T12:02:01.883" v="42"/>
          <ac:picMkLst>
            <pc:docMk/>
            <pc:sldMk cId="650317164" sldId="256"/>
            <ac:picMk id="3" creationId="{437E5A5E-FEAE-EA5F-5C2E-87CDDDD2B4BD}"/>
          </ac:picMkLst>
        </pc:picChg>
        <pc:picChg chg="add del mod">
          <ac:chgData name="Kacper Gulczyński" userId="813db2590713d61d" providerId="Windows Live" clId="Web-{B4FD80C1-B2BA-4A8E-81CA-BC0783C3CC3F}" dt="2026-04-13T12:02:04.899" v="43"/>
          <ac:picMkLst>
            <pc:docMk/>
            <pc:sldMk cId="650317164" sldId="256"/>
            <ac:picMk id="4" creationId="{F6E20DFB-7E08-C477-2CD3-9D50463D9CAC}"/>
          </ac:picMkLst>
        </pc:picChg>
      </pc:sldChg>
      <pc:sldChg chg="addSp modSp">
        <pc:chgData name="Kacper Gulczyński" userId="813db2590713d61d" providerId="Windows Live" clId="Web-{B4FD80C1-B2BA-4A8E-81CA-BC0783C3CC3F}" dt="2026-04-13T12:00:05.382" v="24" actId="1076"/>
        <pc:sldMkLst>
          <pc:docMk/>
          <pc:sldMk cId="718012125" sldId="260"/>
        </pc:sldMkLst>
        <pc:picChg chg="add mod">
          <ac:chgData name="Kacper Gulczyński" userId="813db2590713d61d" providerId="Windows Live" clId="Web-{B4FD80C1-B2BA-4A8E-81CA-BC0783C3CC3F}" dt="2026-04-13T12:00:05.382" v="24" actId="1076"/>
          <ac:picMkLst>
            <pc:docMk/>
            <pc:sldMk cId="718012125" sldId="260"/>
            <ac:picMk id="3" creationId="{E61FEBE8-FF37-21BF-4B6E-A6298D4EE846}"/>
          </ac:picMkLst>
        </pc:picChg>
      </pc:sldChg>
      <pc:sldChg chg="addSp modSp">
        <pc:chgData name="Kacper Gulczyński" userId="813db2590713d61d" providerId="Windows Live" clId="Web-{B4FD80C1-B2BA-4A8E-81CA-BC0783C3CC3F}" dt="2026-04-13T11:57:44.520" v="9" actId="1076"/>
        <pc:sldMkLst>
          <pc:docMk/>
          <pc:sldMk cId="15293347" sldId="261"/>
        </pc:sldMkLst>
        <pc:picChg chg="add mod">
          <ac:chgData name="Kacper Gulczyński" userId="813db2590713d61d" providerId="Windows Live" clId="Web-{B4FD80C1-B2BA-4A8E-81CA-BC0783C3CC3F}" dt="2026-04-13T11:57:44.520" v="9" actId="1076"/>
          <ac:picMkLst>
            <pc:docMk/>
            <pc:sldMk cId="15293347" sldId="261"/>
            <ac:picMk id="3" creationId="{6622C899-5C5F-386A-89C2-6EF8C6611CF4}"/>
          </ac:picMkLst>
        </pc:picChg>
      </pc:sldChg>
    </pc:docChg>
  </pc:docChgLst>
  <pc:docChgLst>
    <pc:chgData name="Kacper Gulczyński" userId="813db2590713d61d" providerId="Windows Live" clId="Web-{F84466AE-3E59-44CD-ABCF-B1A7E302D1EF}"/>
    <pc:docChg chg="addSld modSld">
      <pc:chgData name="Kacper Gulczyński" userId="813db2590713d61d" providerId="Windows Live" clId="Web-{F84466AE-3E59-44CD-ABCF-B1A7E302D1EF}" dt="2026-04-13T09:51:24.182" v="181" actId="20577"/>
      <pc:docMkLst>
        <pc:docMk/>
      </pc:docMkLst>
      <pc:sldChg chg="addSp modSp mod setBg">
        <pc:chgData name="Kacper Gulczyński" userId="813db2590713d61d" providerId="Windows Live" clId="Web-{F84466AE-3E59-44CD-ABCF-B1A7E302D1EF}" dt="2026-04-13T09:50:11.837" v="170" actId="1076"/>
        <pc:sldMkLst>
          <pc:docMk/>
          <pc:sldMk cId="650317164" sldId="256"/>
        </pc:sldMkLst>
        <pc:spChg chg="mod">
          <ac:chgData name="Kacper Gulczyński" userId="813db2590713d61d" providerId="Windows Live" clId="Web-{F84466AE-3E59-44CD-ABCF-B1A7E302D1EF}" dt="2026-04-13T09:42:13.832" v="127" actId="20577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Kacper Gulczyński" userId="813db2590713d61d" providerId="Windows Live" clId="Web-{F84466AE-3E59-44CD-ABCF-B1A7E302D1EF}" dt="2026-04-13T09:38:45.032" v="115" actId="20577"/>
          <ac:spMkLst>
            <pc:docMk/>
            <pc:sldMk cId="650317164" sldId="256"/>
            <ac:spMk id="3" creationId="{00000000-0000-0000-0000-000000000000}"/>
          </ac:spMkLst>
        </pc:spChg>
        <pc:picChg chg="add mod">
          <ac:chgData name="Kacper Gulczyński" userId="813db2590713d61d" providerId="Windows Live" clId="Web-{F84466AE-3E59-44CD-ABCF-B1A7E302D1EF}" dt="2026-04-13T09:48:35.038" v="166" actId="14100"/>
          <ac:picMkLst>
            <pc:docMk/>
            <pc:sldMk cId="650317164" sldId="256"/>
            <ac:picMk id="4" creationId="{D5DA3179-6378-5A23-126D-4BEDF69BEB83}"/>
          </ac:picMkLst>
        </pc:picChg>
        <pc:picChg chg="add mod">
          <ac:chgData name="Kacper Gulczyński" userId="813db2590713d61d" providerId="Windows Live" clId="Web-{F84466AE-3E59-44CD-ABCF-B1A7E302D1EF}" dt="2026-04-13T09:50:11.837" v="170" actId="1076"/>
          <ac:picMkLst>
            <pc:docMk/>
            <pc:sldMk cId="650317164" sldId="256"/>
            <ac:picMk id="5" creationId="{65293218-740E-3999-1688-A08D2E153BD9}"/>
          </ac:picMkLst>
        </pc:picChg>
        <pc:picChg chg="add mod">
          <ac:chgData name="Kacper Gulczyński" userId="813db2590713d61d" providerId="Windows Live" clId="Web-{F84466AE-3E59-44CD-ABCF-B1A7E302D1EF}" dt="2026-04-13T09:50:09.650" v="169" actId="1076"/>
          <ac:picMkLst>
            <pc:docMk/>
            <pc:sldMk cId="650317164" sldId="256"/>
            <ac:picMk id="6" creationId="{C1E21A69-317F-F07E-A25A-B4C85A1ED53C}"/>
          </ac:picMkLst>
        </pc:picChg>
      </pc:sldChg>
      <pc:sldChg chg="new">
        <pc:chgData name="Kacper Gulczyński" userId="813db2590713d61d" providerId="Windows Live" clId="Web-{F84466AE-3E59-44CD-ABCF-B1A7E302D1EF}" dt="2026-04-13T09:38:52.438" v="116"/>
        <pc:sldMkLst>
          <pc:docMk/>
          <pc:sldMk cId="2586171753" sldId="257"/>
        </pc:sldMkLst>
      </pc:sldChg>
      <pc:sldChg chg="add replId">
        <pc:chgData name="Kacper Gulczyński" userId="813db2590713d61d" providerId="Windows Live" clId="Web-{F84466AE-3E59-44CD-ABCF-B1A7E302D1EF}" dt="2026-04-13T09:50:28.228" v="171"/>
        <pc:sldMkLst>
          <pc:docMk/>
          <pc:sldMk cId="220059664" sldId="258"/>
        </pc:sldMkLst>
      </pc:sldChg>
      <pc:sldChg chg="addSp modSp add replId">
        <pc:chgData name="Kacper Gulczyński" userId="813db2590713d61d" providerId="Windows Live" clId="Web-{F84466AE-3E59-44CD-ABCF-B1A7E302D1EF}" dt="2026-04-13T09:51:24.182" v="181" actId="20577"/>
        <pc:sldMkLst>
          <pc:docMk/>
          <pc:sldMk cId="2039060353" sldId="259"/>
        </pc:sldMkLst>
        <pc:spChg chg="add">
          <ac:chgData name="Kacper Gulczyński" userId="813db2590713d61d" providerId="Windows Live" clId="Web-{F84466AE-3E59-44CD-ABCF-B1A7E302D1EF}" dt="2026-04-13T09:51:04.870" v="173"/>
          <ac:spMkLst>
            <pc:docMk/>
            <pc:sldMk cId="2039060353" sldId="259"/>
            <ac:spMk id="8" creationId="{E0543C7E-2913-0C5F-140B-D7FF40C72603}"/>
          </ac:spMkLst>
        </pc:spChg>
        <pc:spChg chg="add">
          <ac:chgData name="Kacper Gulczyński" userId="813db2590713d61d" providerId="Windows Live" clId="Web-{F84466AE-3E59-44CD-ABCF-B1A7E302D1EF}" dt="2026-04-13T09:51:04.885" v="174"/>
          <ac:spMkLst>
            <pc:docMk/>
            <pc:sldMk cId="2039060353" sldId="259"/>
            <ac:spMk id="10" creationId="{30BAE3EA-21B4-D42F-BC7A-2BE1F06494AF}"/>
          </ac:spMkLst>
        </pc:spChg>
        <pc:spChg chg="add">
          <ac:chgData name="Kacper Gulczyński" userId="813db2590713d61d" providerId="Windows Live" clId="Web-{F84466AE-3E59-44CD-ABCF-B1A7E302D1EF}" dt="2026-04-13T09:51:12.479" v="176"/>
          <ac:spMkLst>
            <pc:docMk/>
            <pc:sldMk cId="2039060353" sldId="259"/>
            <ac:spMk id="12" creationId="{B1FD5CA4-70DA-724F-E9CA-4606880B8B35}"/>
          </ac:spMkLst>
        </pc:spChg>
        <pc:spChg chg="add">
          <ac:chgData name="Kacper Gulczyński" userId="813db2590713d61d" providerId="Windows Live" clId="Web-{F84466AE-3E59-44CD-ABCF-B1A7E302D1EF}" dt="2026-04-13T09:51:12.495" v="177"/>
          <ac:spMkLst>
            <pc:docMk/>
            <pc:sldMk cId="2039060353" sldId="259"/>
            <ac:spMk id="14" creationId="{C483BB69-E94F-7EBA-107A-525627DF0A8B}"/>
          </ac:spMkLst>
        </pc:spChg>
        <pc:spChg chg="add mod">
          <ac:chgData name="Kacper Gulczyński" userId="813db2590713d61d" providerId="Windows Live" clId="Web-{F84466AE-3E59-44CD-ABCF-B1A7E302D1EF}" dt="2026-04-13T09:51:24.182" v="181" actId="20577"/>
          <ac:spMkLst>
            <pc:docMk/>
            <pc:sldMk cId="2039060353" sldId="259"/>
            <ac:spMk id="15" creationId="{352CCB2F-B153-47FD-8AD0-784FB8D427D4}"/>
          </ac:spMkLst>
        </pc:spChg>
        <pc:spChg chg="add">
          <ac:chgData name="Kacper Gulczyński" userId="813db2590713d61d" providerId="Windows Live" clId="Web-{F84466AE-3E59-44CD-ABCF-B1A7E302D1EF}" dt="2026-04-13T09:51:12.526" v="179"/>
          <ac:spMkLst>
            <pc:docMk/>
            <pc:sldMk cId="2039060353" sldId="259"/>
            <ac:spMk id="16" creationId="{A94BB3AF-E76C-334A-80FA-ACC9502F1830}"/>
          </ac:spMkLst>
        </pc:spChg>
        <pc:picChg chg="mod">
          <ac:chgData name="Kacper Gulczyński" userId="813db2590713d61d" providerId="Windows Live" clId="Web-{F84466AE-3E59-44CD-ABCF-B1A7E302D1EF}" dt="2026-04-13T09:51:08.979" v="175" actId="1076"/>
          <ac:picMkLst>
            <pc:docMk/>
            <pc:sldMk cId="2039060353" sldId="259"/>
            <ac:picMk id="4" creationId="{B66E4A2C-E4F7-F44B-A603-296DD52876B3}"/>
          </ac:picMkLst>
        </pc:picChg>
      </pc:sldChg>
    </pc:docChg>
  </pc:docChgLst>
  <pc:docChgLst>
    <pc:chgData name="Kacper Gulczyński" userId="813db2590713d61d" providerId="Windows Live" clId="Web-{A1C9B9BE-A63E-43D1-8F89-7AE7BDC8BEB9}"/>
    <pc:docChg chg="addSld delSld modSld">
      <pc:chgData name="Kacper Gulczyński" userId="813db2590713d61d" providerId="Windows Live" clId="Web-{A1C9B9BE-A63E-43D1-8F89-7AE7BDC8BEB9}" dt="2026-04-13T10:50:56.404" v="1491" actId="1076"/>
      <pc:docMkLst>
        <pc:docMk/>
      </pc:docMkLst>
      <pc:sldChg chg="addSp delSp modSp modTransition">
        <pc:chgData name="Kacper Gulczyński" userId="813db2590713d61d" providerId="Windows Live" clId="Web-{A1C9B9BE-A63E-43D1-8F89-7AE7BDC8BEB9}" dt="2026-04-13T10:50:07.839" v="1484"/>
        <pc:sldMkLst>
          <pc:docMk/>
          <pc:sldMk cId="650317164" sldId="256"/>
        </pc:sldMkLst>
        <pc:spChg chg="del">
          <ac:chgData name="Kacper Gulczyński" userId="813db2590713d61d" providerId="Windows Live" clId="Web-{A1C9B9BE-A63E-43D1-8F89-7AE7BDC8BEB9}" dt="2026-04-13T09:57:43.577" v="10"/>
          <ac:spMkLst>
            <pc:docMk/>
            <pc:sldMk cId="650317164" sldId="256"/>
            <ac:spMk id="3" creationId="{00000000-0000-0000-0000-000000000000}"/>
          </ac:spMkLst>
        </pc:spChg>
        <pc:spChg chg="add mod">
          <ac:chgData name="Kacper Gulczyński" userId="813db2590713d61d" providerId="Windows Live" clId="Web-{A1C9B9BE-A63E-43D1-8F89-7AE7BDC8BEB9}" dt="2026-04-13T09:59:00.315" v="43" actId="20577"/>
          <ac:spMkLst>
            <pc:docMk/>
            <pc:sldMk cId="650317164" sldId="256"/>
            <ac:spMk id="5" creationId="{784BCCE5-923C-524E-F8B1-B37A66C722D5}"/>
          </ac:spMkLst>
        </pc:spChg>
        <pc:spChg chg="del mod">
          <ac:chgData name="Kacper Gulczyński" userId="813db2590713d61d" providerId="Windows Live" clId="Web-{A1C9B9BE-A63E-43D1-8F89-7AE7BDC8BEB9}" dt="2026-04-13T09:57:43.389" v="9"/>
          <ac:spMkLst>
            <pc:docMk/>
            <pc:sldMk cId="650317164" sldId="256"/>
            <ac:spMk id="12" creationId="{5E437247-E6C8-CB68-7CCA-EAB301C28732}"/>
          </ac:spMkLst>
        </pc:spChg>
        <pc:picChg chg="add mod">
          <ac:chgData name="Kacper Gulczyński" userId="813db2590713d61d" providerId="Windows Live" clId="Web-{A1C9B9BE-A63E-43D1-8F89-7AE7BDC8BEB9}" dt="2026-04-13T09:59:52.989" v="55" actId="1076"/>
          <ac:picMkLst>
            <pc:docMk/>
            <pc:sldMk cId="650317164" sldId="256"/>
            <ac:picMk id="6" creationId="{C22BC3B0-AA3B-7972-7C5D-AE61F873BDF2}"/>
          </ac:picMkLst>
        </pc:picChg>
        <pc:picChg chg="add mod">
          <ac:chgData name="Kacper Gulczyński" userId="813db2590713d61d" providerId="Windows Live" clId="Web-{A1C9B9BE-A63E-43D1-8F89-7AE7BDC8BEB9}" dt="2026-04-13T10:00:28.365" v="67" actId="1076"/>
          <ac:picMkLst>
            <pc:docMk/>
            <pc:sldMk cId="650317164" sldId="256"/>
            <ac:picMk id="7" creationId="{FA2F82D0-72D7-6147-E361-AE5F80930CC1}"/>
          </ac:picMkLst>
        </pc:picChg>
        <pc:picChg chg="mod">
          <ac:chgData name="Kacper Gulczyński" userId="813db2590713d61d" providerId="Windows Live" clId="Web-{A1C9B9BE-A63E-43D1-8F89-7AE7BDC8BEB9}" dt="2026-04-13T09:59:49.473" v="54" actId="14100"/>
          <ac:picMkLst>
            <pc:docMk/>
            <pc:sldMk cId="650317164" sldId="256"/>
            <ac:picMk id="8" creationId="{3883908A-1855-6A6F-217A-A655C0ED962C}"/>
          </ac:picMkLst>
        </pc:picChg>
      </pc:sldChg>
      <pc:sldChg chg="del">
        <pc:chgData name="Kacper Gulczyński" userId="813db2590713d61d" providerId="Windows Live" clId="Web-{A1C9B9BE-A63E-43D1-8F89-7AE7BDC8BEB9}" dt="2026-04-13T10:00:36.944" v="69"/>
        <pc:sldMkLst>
          <pc:docMk/>
          <pc:sldMk cId="2586171753" sldId="257"/>
        </pc:sldMkLst>
      </pc:sldChg>
      <pc:sldChg chg="del">
        <pc:chgData name="Kacper Gulczyński" userId="813db2590713d61d" providerId="Windows Live" clId="Web-{A1C9B9BE-A63E-43D1-8F89-7AE7BDC8BEB9}" dt="2026-04-13T10:37:21.891" v="1097"/>
        <pc:sldMkLst>
          <pc:docMk/>
          <pc:sldMk cId="220059664" sldId="258"/>
        </pc:sldMkLst>
      </pc:sldChg>
      <pc:sldChg chg="addSp delSp modSp add mod replId modTransition modShow">
        <pc:chgData name="Kacper Gulczyński" userId="813db2590713d61d" providerId="Windows Live" clId="Web-{A1C9B9BE-A63E-43D1-8F89-7AE7BDC8BEB9}" dt="2026-04-13T10:50:33.746" v="1485"/>
        <pc:sldMkLst>
          <pc:docMk/>
          <pc:sldMk cId="1100344510" sldId="259"/>
        </pc:sldMkLst>
        <pc:spChg chg="del">
          <ac:chgData name="Kacper Gulczyński" userId="813db2590713d61d" providerId="Windows Live" clId="Web-{A1C9B9BE-A63E-43D1-8F89-7AE7BDC8BEB9}" dt="2026-04-13T10:00:45.053" v="72"/>
          <ac:spMkLst>
            <pc:docMk/>
            <pc:sldMk cId="1100344510" sldId="259"/>
            <ac:spMk id="2" creationId="{39EA4336-430F-F17E-498D-717BB598F071}"/>
          </ac:spMkLst>
        </pc:spChg>
        <pc:spChg chg="add mod">
          <ac:chgData name="Kacper Gulczyński" userId="813db2590713d61d" providerId="Windows Live" clId="Web-{A1C9B9BE-A63E-43D1-8F89-7AE7BDC8BEB9}" dt="2026-04-13T10:18:40.307" v="564" actId="14100"/>
          <ac:spMkLst>
            <pc:docMk/>
            <pc:sldMk cId="1100344510" sldId="259"/>
            <ac:spMk id="4" creationId="{28A5E26D-1ED1-A5F6-B335-6EAF6FE102D6}"/>
          </ac:spMkLst>
        </pc:spChg>
        <pc:spChg chg="del">
          <ac:chgData name="Kacper Gulczyński" userId="813db2590713d61d" providerId="Windows Live" clId="Web-{A1C9B9BE-A63E-43D1-8F89-7AE7BDC8BEB9}" dt="2026-04-13T10:00:44.756" v="71"/>
          <ac:spMkLst>
            <pc:docMk/>
            <pc:sldMk cId="1100344510" sldId="259"/>
            <ac:spMk id="5" creationId="{178DC758-D10A-CF0F-D3D8-1CE162AF38EC}"/>
          </ac:spMkLst>
        </pc:spChg>
        <pc:spChg chg="add mod">
          <ac:chgData name="Kacper Gulczyński" userId="813db2590713d61d" providerId="Windows Live" clId="Web-{A1C9B9BE-A63E-43D1-8F89-7AE7BDC8BEB9}" dt="2026-04-13T10:08:02.374" v="185" actId="20577"/>
          <ac:spMkLst>
            <pc:docMk/>
            <pc:sldMk cId="1100344510" sldId="259"/>
            <ac:spMk id="10" creationId="{006107F5-75B0-0167-82C0-A49D05F75CE6}"/>
          </ac:spMkLst>
        </pc:spChg>
        <pc:spChg chg="add mod">
          <ac:chgData name="Kacper Gulczyński" userId="813db2590713d61d" providerId="Windows Live" clId="Web-{A1C9B9BE-A63E-43D1-8F89-7AE7BDC8BEB9}" dt="2026-04-13T10:18:23.916" v="561" actId="1076"/>
          <ac:spMkLst>
            <pc:docMk/>
            <pc:sldMk cId="1100344510" sldId="259"/>
            <ac:spMk id="12" creationId="{5477BA3A-B584-7B11-6B17-2C3140962C94}"/>
          </ac:spMkLst>
        </pc:spChg>
        <pc:picChg chg="mod">
          <ac:chgData name="Kacper Gulczyński" userId="813db2590713d61d" providerId="Windows Live" clId="Web-{A1C9B9BE-A63E-43D1-8F89-7AE7BDC8BEB9}" dt="2026-04-13T10:21:39.264" v="606" actId="1076"/>
          <ac:picMkLst>
            <pc:docMk/>
            <pc:sldMk cId="1100344510" sldId="259"/>
            <ac:picMk id="6" creationId="{783A3C2B-622A-B31E-D7B1-7AEA7471AF7F}"/>
          </ac:picMkLst>
        </pc:picChg>
        <pc:picChg chg="mod">
          <ac:chgData name="Kacper Gulczyński" userId="813db2590713d61d" providerId="Windows Live" clId="Web-{A1C9B9BE-A63E-43D1-8F89-7AE7BDC8BEB9}" dt="2026-04-13T10:21:42.358" v="607" actId="1076"/>
          <ac:picMkLst>
            <pc:docMk/>
            <pc:sldMk cId="1100344510" sldId="259"/>
            <ac:picMk id="7" creationId="{B1602342-B75E-8B6D-144E-85AF662BA98C}"/>
          </ac:picMkLst>
        </pc:picChg>
        <pc:picChg chg="del mod">
          <ac:chgData name="Kacper Gulczyński" userId="813db2590713d61d" providerId="Windows Live" clId="Web-{A1C9B9BE-A63E-43D1-8F89-7AE7BDC8BEB9}" dt="2026-04-13T10:01:00.382" v="76"/>
          <ac:picMkLst>
            <pc:docMk/>
            <pc:sldMk cId="1100344510" sldId="259"/>
            <ac:picMk id="8" creationId="{21D5191B-BB91-95DF-3913-0F64B8885EFE}"/>
          </ac:picMkLst>
        </pc:picChg>
        <pc:picChg chg="add mod">
          <ac:chgData name="Kacper Gulczyński" userId="813db2590713d61d" providerId="Windows Live" clId="Web-{A1C9B9BE-A63E-43D1-8F89-7AE7BDC8BEB9}" dt="2026-04-13T10:19:42.168" v="574" actId="1076"/>
          <ac:picMkLst>
            <pc:docMk/>
            <pc:sldMk cId="1100344510" sldId="259"/>
            <ac:picMk id="11" creationId="{80B944A8-D9B3-B126-9D3A-FEB642F613F3}"/>
          </ac:picMkLst>
        </pc:picChg>
      </pc:sldChg>
      <pc:sldChg chg="del">
        <pc:chgData name="Kacper Gulczyński" userId="813db2590713d61d" providerId="Windows Live" clId="Web-{A1C9B9BE-A63E-43D1-8F89-7AE7BDC8BEB9}" dt="2026-04-13T10:00:34.756" v="68"/>
        <pc:sldMkLst>
          <pc:docMk/>
          <pc:sldMk cId="2039060353" sldId="259"/>
        </pc:sldMkLst>
      </pc:sldChg>
      <pc:sldChg chg="delSp modSp add del replId">
        <pc:chgData name="Kacper Gulczyński" userId="813db2590713d61d" providerId="Windows Live" clId="Web-{A1C9B9BE-A63E-43D1-8F89-7AE7BDC8BEB9}" dt="2026-04-13T10:19:55.325" v="576"/>
        <pc:sldMkLst>
          <pc:docMk/>
          <pc:sldMk cId="266469852" sldId="260"/>
        </pc:sldMkLst>
        <pc:picChg chg="del mod">
          <ac:chgData name="Kacper Gulczyński" userId="813db2590713d61d" providerId="Windows Live" clId="Web-{A1C9B9BE-A63E-43D1-8F89-7AE7BDC8BEB9}" dt="2026-04-13T10:19:38.262" v="573"/>
          <ac:picMkLst>
            <pc:docMk/>
            <pc:sldMk cId="266469852" sldId="260"/>
            <ac:picMk id="6" creationId="{7B956068-F14D-8B8D-9CCF-75E75BC4F328}"/>
          </ac:picMkLst>
        </pc:picChg>
        <pc:picChg chg="mod">
          <ac:chgData name="Kacper Gulczyński" userId="813db2590713d61d" providerId="Windows Live" clId="Web-{A1C9B9BE-A63E-43D1-8F89-7AE7BDC8BEB9}" dt="2026-04-13T10:19:02.980" v="567" actId="1076"/>
          <ac:picMkLst>
            <pc:docMk/>
            <pc:sldMk cId="266469852" sldId="260"/>
            <ac:picMk id="11" creationId="{3279B69B-95E2-F79A-53D3-5606A8BBE9A5}"/>
          </ac:picMkLst>
        </pc:picChg>
      </pc:sldChg>
      <pc:sldChg chg="addSp delSp modSp add replId modTransition">
        <pc:chgData name="Kacper Gulczyński" userId="813db2590713d61d" providerId="Windows Live" clId="Web-{A1C9B9BE-A63E-43D1-8F89-7AE7BDC8BEB9}" dt="2026-04-13T10:50:35.028" v="1486"/>
        <pc:sldMkLst>
          <pc:docMk/>
          <pc:sldMk cId="718012125" sldId="260"/>
        </pc:sldMkLst>
        <pc:spChg chg="mod">
          <ac:chgData name="Kacper Gulczyński" userId="813db2590713d61d" providerId="Windows Live" clId="Web-{A1C9B9BE-A63E-43D1-8F89-7AE7BDC8BEB9}" dt="2026-04-13T10:23:23.469" v="627" actId="14100"/>
          <ac:spMkLst>
            <pc:docMk/>
            <pc:sldMk cId="718012125" sldId="260"/>
            <ac:spMk id="4" creationId="{34EE8F72-7F8D-C9D9-6AAC-060F8DBC35AB}"/>
          </ac:spMkLst>
        </pc:spChg>
        <pc:spChg chg="mod">
          <ac:chgData name="Kacper Gulczyński" userId="813db2590713d61d" providerId="Windows Live" clId="Web-{A1C9B9BE-A63E-43D1-8F89-7AE7BDC8BEB9}" dt="2026-04-13T10:34:38.527" v="941" actId="20577"/>
          <ac:spMkLst>
            <pc:docMk/>
            <pc:sldMk cId="718012125" sldId="260"/>
            <ac:spMk id="12" creationId="{C68E7863-AF3B-8B3F-9B3E-35408B64A03A}"/>
          </ac:spMkLst>
        </pc:spChg>
        <pc:picChg chg="add mod">
          <ac:chgData name="Kacper Gulczyński" userId="813db2590713d61d" providerId="Windows Live" clId="Web-{A1C9B9BE-A63E-43D1-8F89-7AE7BDC8BEB9}" dt="2026-04-13T10:27:46.097" v="815" actId="1076"/>
          <ac:picMkLst>
            <pc:docMk/>
            <pc:sldMk cId="718012125" sldId="260"/>
            <ac:picMk id="2" creationId="{D60101CB-99D9-8D4C-CED3-EC7E0A2259CA}"/>
          </ac:picMkLst>
        </pc:picChg>
        <pc:picChg chg="del mod">
          <ac:chgData name="Kacper Gulczyński" userId="813db2590713d61d" providerId="Windows Live" clId="Web-{A1C9B9BE-A63E-43D1-8F89-7AE7BDC8BEB9}" dt="2026-04-13T10:20:02.606" v="579"/>
          <ac:picMkLst>
            <pc:docMk/>
            <pc:sldMk cId="718012125" sldId="260"/>
            <ac:picMk id="6" creationId="{13E92989-8BEE-85F4-3985-6CDF3C0616F0}"/>
          </ac:picMkLst>
        </pc:picChg>
        <pc:picChg chg="mod">
          <ac:chgData name="Kacper Gulczyński" userId="813db2590713d61d" providerId="Windows Live" clId="Web-{A1C9B9BE-A63E-43D1-8F89-7AE7BDC8BEB9}" dt="2026-04-13T10:21:11.060" v="597" actId="1076"/>
          <ac:picMkLst>
            <pc:docMk/>
            <pc:sldMk cId="718012125" sldId="260"/>
            <ac:picMk id="7" creationId="{C5B3FC3E-B4D6-7A13-6259-E7A025FEB558}"/>
          </ac:picMkLst>
        </pc:picChg>
        <pc:picChg chg="mod">
          <ac:chgData name="Kacper Gulczyński" userId="813db2590713d61d" providerId="Windows Live" clId="Web-{A1C9B9BE-A63E-43D1-8F89-7AE7BDC8BEB9}" dt="2026-04-13T10:22:28.671" v="610" actId="1076"/>
          <ac:picMkLst>
            <pc:docMk/>
            <pc:sldMk cId="718012125" sldId="260"/>
            <ac:picMk id="11" creationId="{12C43169-0D34-2C24-6452-13A1DCEB7804}"/>
          </ac:picMkLst>
        </pc:picChg>
      </pc:sldChg>
      <pc:sldChg chg="addSp delSp modSp add replId modTransition">
        <pc:chgData name="Kacper Gulczyński" userId="813db2590713d61d" providerId="Windows Live" clId="Web-{A1C9B9BE-A63E-43D1-8F89-7AE7BDC8BEB9}" dt="2026-04-13T10:50:36.200" v="1487"/>
        <pc:sldMkLst>
          <pc:docMk/>
          <pc:sldMk cId="15293347" sldId="261"/>
        </pc:sldMkLst>
        <pc:spChg chg="mod">
          <ac:chgData name="Kacper Gulczyński" userId="813db2590713d61d" providerId="Windows Live" clId="Web-{A1C9B9BE-A63E-43D1-8F89-7AE7BDC8BEB9}" dt="2026-04-13T10:32:27.209" v="899" actId="20577"/>
          <ac:spMkLst>
            <pc:docMk/>
            <pc:sldMk cId="15293347" sldId="261"/>
            <ac:spMk id="4" creationId="{3FE256C4-CEC2-41AB-E64C-3B7F6469D590}"/>
          </ac:spMkLst>
        </pc:spChg>
        <pc:spChg chg="mod">
          <ac:chgData name="Kacper Gulczyński" userId="813db2590713d61d" providerId="Windows Live" clId="Web-{A1C9B9BE-A63E-43D1-8F89-7AE7BDC8BEB9}" dt="2026-04-13T10:37:10.563" v="1095" actId="20577"/>
          <ac:spMkLst>
            <pc:docMk/>
            <pc:sldMk cId="15293347" sldId="261"/>
            <ac:spMk id="12" creationId="{201FC85E-548D-5C9D-62C2-B01617098DDF}"/>
          </ac:spMkLst>
        </pc:spChg>
        <pc:picChg chg="mod">
          <ac:chgData name="Kacper Gulczyński" userId="813db2590713d61d" providerId="Windows Live" clId="Web-{A1C9B9BE-A63E-43D1-8F89-7AE7BDC8BEB9}" dt="2026-04-13T10:32:01.583" v="883" actId="1076"/>
          <ac:picMkLst>
            <pc:docMk/>
            <pc:sldMk cId="15293347" sldId="261"/>
            <ac:picMk id="2" creationId="{00402FB0-C82F-71B8-4C3B-89000504F184}"/>
          </ac:picMkLst>
        </pc:picChg>
        <pc:picChg chg="add del mod">
          <ac:chgData name="Kacper Gulczyński" userId="813db2590713d61d" providerId="Windows Live" clId="Web-{A1C9B9BE-A63E-43D1-8F89-7AE7BDC8BEB9}" dt="2026-04-13T10:30:45.860" v="869"/>
          <ac:picMkLst>
            <pc:docMk/>
            <pc:sldMk cId="15293347" sldId="261"/>
            <ac:picMk id="3" creationId="{31179DD0-11C2-2CDD-E4C9-7D9D50880B76}"/>
          </ac:picMkLst>
        </pc:picChg>
        <pc:picChg chg="add mod">
          <ac:chgData name="Kacper Gulczyński" userId="813db2590713d61d" providerId="Windows Live" clId="Web-{A1C9B9BE-A63E-43D1-8F89-7AE7BDC8BEB9}" dt="2026-04-13T10:32:05.677" v="885" actId="1076"/>
          <ac:picMkLst>
            <pc:docMk/>
            <pc:sldMk cId="15293347" sldId="261"/>
            <ac:picMk id="5" creationId="{EA9F0B7D-9CFD-256B-A129-498714583141}"/>
          </ac:picMkLst>
        </pc:picChg>
        <pc:picChg chg="mod">
          <ac:chgData name="Kacper Gulczyński" userId="813db2590713d61d" providerId="Windows Live" clId="Web-{A1C9B9BE-A63E-43D1-8F89-7AE7BDC8BEB9}" dt="2026-04-13T10:32:03.771" v="884" actId="1076"/>
          <ac:picMkLst>
            <pc:docMk/>
            <pc:sldMk cId="15293347" sldId="261"/>
            <ac:picMk id="7" creationId="{4A589DE3-E1BE-C6DC-CFC0-4348046E2166}"/>
          </ac:picMkLst>
        </pc:picChg>
        <pc:picChg chg="mod">
          <ac:chgData name="Kacper Gulczyński" userId="813db2590713d61d" providerId="Windows Live" clId="Web-{A1C9B9BE-A63E-43D1-8F89-7AE7BDC8BEB9}" dt="2026-04-13T10:30:21.717" v="867" actId="1076"/>
          <ac:picMkLst>
            <pc:docMk/>
            <pc:sldMk cId="15293347" sldId="261"/>
            <ac:picMk id="11" creationId="{0D433ECA-B927-CFC7-4E73-E8E0B8070221}"/>
          </ac:picMkLst>
        </pc:picChg>
      </pc:sldChg>
      <pc:sldChg chg="addSp delSp modSp add replId modTransition">
        <pc:chgData name="Kacper Gulczyński" userId="813db2590713d61d" providerId="Windows Live" clId="Web-{A1C9B9BE-A63E-43D1-8F89-7AE7BDC8BEB9}" dt="2026-04-13T10:50:56.404" v="1491" actId="1076"/>
        <pc:sldMkLst>
          <pc:docMk/>
          <pc:sldMk cId="1469814435" sldId="262"/>
        </pc:sldMkLst>
        <pc:spChg chg="mod">
          <ac:chgData name="Kacper Gulczyński" userId="813db2590713d61d" providerId="Windows Live" clId="Web-{A1C9B9BE-A63E-43D1-8F89-7AE7BDC8BEB9}" dt="2026-04-13T10:40:01.222" v="1139" actId="20577"/>
          <ac:spMkLst>
            <pc:docMk/>
            <pc:sldMk cId="1469814435" sldId="262"/>
            <ac:spMk id="4" creationId="{04A7210A-2F8C-0A5F-D0D1-32C1F755AB5B}"/>
          </ac:spMkLst>
        </pc:spChg>
        <pc:spChg chg="mod">
          <ac:chgData name="Kacper Gulczyński" userId="813db2590713d61d" providerId="Windows Live" clId="Web-{A1C9B9BE-A63E-43D1-8F89-7AE7BDC8BEB9}" dt="2026-04-13T10:48:03.473" v="1430" actId="20577"/>
          <ac:spMkLst>
            <pc:docMk/>
            <pc:sldMk cId="1469814435" sldId="262"/>
            <ac:spMk id="10" creationId="{64606216-2D50-B179-59B1-72B413CC5CE8}"/>
          </ac:spMkLst>
        </pc:spChg>
        <pc:spChg chg="del mod">
          <ac:chgData name="Kacper Gulczyński" userId="813db2590713d61d" providerId="Windows Live" clId="Web-{A1C9B9BE-A63E-43D1-8F89-7AE7BDC8BEB9}" dt="2026-04-13T10:40:04.941" v="1143"/>
          <ac:spMkLst>
            <pc:docMk/>
            <pc:sldMk cId="1469814435" sldId="262"/>
            <ac:spMk id="12" creationId="{12D93FC9-F44D-52D1-8561-1621461BD755}"/>
          </ac:spMkLst>
        </pc:spChg>
        <pc:picChg chg="mod">
          <ac:chgData name="Kacper Gulczyński" userId="813db2590713d61d" providerId="Windows Live" clId="Web-{A1C9B9BE-A63E-43D1-8F89-7AE7BDC8BEB9}" dt="2026-04-13T10:37:53.610" v="1104" actId="1076"/>
          <ac:picMkLst>
            <pc:docMk/>
            <pc:sldMk cId="1469814435" sldId="262"/>
            <ac:picMk id="2" creationId="{182C501B-7CF6-299A-044E-19E2903B132B}"/>
          </ac:picMkLst>
        </pc:picChg>
        <pc:picChg chg="add mod">
          <ac:chgData name="Kacper Gulczyński" userId="813db2590713d61d" providerId="Windows Live" clId="Web-{A1C9B9BE-A63E-43D1-8F89-7AE7BDC8BEB9}" dt="2026-04-13T10:39:42.472" v="1125" actId="1076"/>
          <ac:picMkLst>
            <pc:docMk/>
            <pc:sldMk cId="1469814435" sldId="262"/>
            <ac:picMk id="3" creationId="{2CB6B80E-9022-0307-D771-B037AF7070B2}"/>
          </ac:picMkLst>
        </pc:picChg>
        <pc:picChg chg="mod">
          <ac:chgData name="Kacper Gulczyński" userId="813db2590713d61d" providerId="Windows Live" clId="Web-{A1C9B9BE-A63E-43D1-8F89-7AE7BDC8BEB9}" dt="2026-04-13T10:39:19.127" v="1122" actId="1076"/>
          <ac:picMkLst>
            <pc:docMk/>
            <pc:sldMk cId="1469814435" sldId="262"/>
            <ac:picMk id="5" creationId="{01CD5E91-63B6-0B2A-21C5-A1B4D28181C1}"/>
          </ac:picMkLst>
        </pc:picChg>
        <pc:picChg chg="mod">
          <ac:chgData name="Kacper Gulczyński" userId="813db2590713d61d" providerId="Windows Live" clId="Web-{A1C9B9BE-A63E-43D1-8F89-7AE7BDC8BEB9}" dt="2026-04-13T10:39:20.502" v="1123" actId="1076"/>
          <ac:picMkLst>
            <pc:docMk/>
            <pc:sldMk cId="1469814435" sldId="262"/>
            <ac:picMk id="7" creationId="{68F24C5B-73AB-F030-293C-20B31D0AC2AA}"/>
          </ac:picMkLst>
        </pc:picChg>
        <pc:picChg chg="mod">
          <ac:chgData name="Kacper Gulczyński" userId="813db2590713d61d" providerId="Windows Live" clId="Web-{A1C9B9BE-A63E-43D1-8F89-7AE7BDC8BEB9}" dt="2026-04-13T10:50:56.404" v="1491" actId="1076"/>
          <ac:picMkLst>
            <pc:docMk/>
            <pc:sldMk cId="1469814435" sldId="262"/>
            <ac:picMk id="11" creationId="{04F0CD07-AF89-73F3-210A-BE0EFCE47ADE}"/>
          </ac:picMkLst>
        </pc:picChg>
      </pc:sldChg>
      <pc:sldChg chg="modSp add del replId">
        <pc:chgData name="Kacper Gulczyński" userId="813db2590713d61d" providerId="Windows Live" clId="Web-{A1C9B9BE-A63E-43D1-8F89-7AE7BDC8BEB9}" dt="2026-04-13T10:46:22.325" v="1367"/>
        <pc:sldMkLst>
          <pc:docMk/>
          <pc:sldMk cId="3024484276" sldId="263"/>
        </pc:sldMkLst>
        <pc:picChg chg="mod">
          <ac:chgData name="Kacper Gulczyński" userId="813db2590713d61d" providerId="Windows Live" clId="Web-{A1C9B9BE-A63E-43D1-8F89-7AE7BDC8BEB9}" dt="2026-04-13T10:46:20.762" v="1366" actId="14100"/>
          <ac:picMkLst>
            <pc:docMk/>
            <pc:sldMk cId="3024484276" sldId="263"/>
            <ac:picMk id="3" creationId="{F471ADEC-404C-A0FC-D72C-730C0665ABD7}"/>
          </ac:picMkLst>
        </pc:picChg>
        <pc:picChg chg="mod">
          <ac:chgData name="Kacper Gulczyński" userId="813db2590713d61d" providerId="Windows Live" clId="Web-{A1C9B9BE-A63E-43D1-8F89-7AE7BDC8BEB9}" dt="2026-04-13T10:46:13.871" v="1364" actId="1076"/>
          <ac:picMkLst>
            <pc:docMk/>
            <pc:sldMk cId="3024484276" sldId="263"/>
            <ac:picMk id="5" creationId="{95412767-485D-1FFA-E9F5-2C6B0422FF90}"/>
          </ac:picMkLst>
        </pc:picChg>
        <pc:picChg chg="mod">
          <ac:chgData name="Kacper Gulczyński" userId="813db2590713d61d" providerId="Windows Live" clId="Web-{A1C9B9BE-A63E-43D1-8F89-7AE7BDC8BEB9}" dt="2026-04-13T10:46:11.824" v="1363" actId="1076"/>
          <ac:picMkLst>
            <pc:docMk/>
            <pc:sldMk cId="3024484276" sldId="263"/>
            <ac:picMk id="7" creationId="{1C5F0716-1705-9AEA-B105-980D8C7A8607}"/>
          </ac:picMkLst>
        </pc:picChg>
      </pc:sldChg>
      <pc:sldChg chg="modSp add replId modTransition">
        <pc:chgData name="Kacper Gulczyński" userId="813db2590713d61d" providerId="Windows Live" clId="Web-{A1C9B9BE-A63E-43D1-8F89-7AE7BDC8BEB9}" dt="2026-04-13T10:50:48.700" v="1490" actId="1076"/>
        <pc:sldMkLst>
          <pc:docMk/>
          <pc:sldMk cId="3796248344" sldId="263"/>
        </pc:sldMkLst>
        <pc:spChg chg="mod">
          <ac:chgData name="Kacper Gulczyński" userId="813db2590713d61d" providerId="Windows Live" clId="Web-{A1C9B9BE-A63E-43D1-8F89-7AE7BDC8BEB9}" dt="2026-04-13T10:47:05.360" v="1385" actId="20577"/>
          <ac:spMkLst>
            <pc:docMk/>
            <pc:sldMk cId="3796248344" sldId="263"/>
            <ac:spMk id="4" creationId="{32A7BA04-76FA-1FD1-C5E8-3FC80A3774B6}"/>
          </ac:spMkLst>
        </pc:spChg>
        <pc:spChg chg="mod">
          <ac:chgData name="Kacper Gulczyński" userId="813db2590713d61d" providerId="Windows Live" clId="Web-{A1C9B9BE-A63E-43D1-8F89-7AE7BDC8BEB9}" dt="2026-04-13T10:48:59.086" v="1483" actId="20577"/>
          <ac:spMkLst>
            <pc:docMk/>
            <pc:sldMk cId="3796248344" sldId="263"/>
            <ac:spMk id="10" creationId="{0A079708-7348-86E6-0034-8DD71CE1445D}"/>
          </ac:spMkLst>
        </pc:spChg>
        <pc:picChg chg="mod">
          <ac:chgData name="Kacper Gulczyński" userId="813db2590713d61d" providerId="Windows Live" clId="Web-{A1C9B9BE-A63E-43D1-8F89-7AE7BDC8BEB9}" dt="2026-04-13T10:46:57.781" v="1381" actId="1076"/>
          <ac:picMkLst>
            <pc:docMk/>
            <pc:sldMk cId="3796248344" sldId="263"/>
            <ac:picMk id="3" creationId="{137C256B-D95F-0F62-9A14-8A1D797CF2EE}"/>
          </ac:picMkLst>
        </pc:picChg>
        <pc:picChg chg="mod">
          <ac:chgData name="Kacper Gulczyński" userId="813db2590713d61d" providerId="Windows Live" clId="Web-{A1C9B9BE-A63E-43D1-8F89-7AE7BDC8BEB9}" dt="2026-04-13T10:46:46.233" v="1378" actId="1076"/>
          <ac:picMkLst>
            <pc:docMk/>
            <pc:sldMk cId="3796248344" sldId="263"/>
            <ac:picMk id="5" creationId="{6F9A623C-8E01-42B3-30E3-D8309B0B5700}"/>
          </ac:picMkLst>
        </pc:picChg>
        <pc:picChg chg="mod">
          <ac:chgData name="Kacper Gulczyński" userId="813db2590713d61d" providerId="Windows Live" clId="Web-{A1C9B9BE-A63E-43D1-8F89-7AE7BDC8BEB9}" dt="2026-04-13T10:46:44.811" v="1377" actId="1076"/>
          <ac:picMkLst>
            <pc:docMk/>
            <pc:sldMk cId="3796248344" sldId="263"/>
            <ac:picMk id="7" creationId="{1FFBA164-DFFE-8A8A-44D1-1C260E9D6845}"/>
          </ac:picMkLst>
        </pc:picChg>
        <pc:picChg chg="mod">
          <ac:chgData name="Kacper Gulczyński" userId="813db2590713d61d" providerId="Windows Live" clId="Web-{A1C9B9BE-A63E-43D1-8F89-7AE7BDC8BEB9}" dt="2026-04-13T10:50:48.700" v="1490" actId="1076"/>
          <ac:picMkLst>
            <pc:docMk/>
            <pc:sldMk cId="3796248344" sldId="263"/>
            <ac:picMk id="11" creationId="{D48E5DBA-2075-1800-2DE0-2E3D578B78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61950" y="527377"/>
            <a:ext cx="11572875" cy="2377162"/>
          </a:xfrm>
        </p:spPr>
        <p:txBody>
          <a:bodyPr>
            <a:normAutofit/>
          </a:bodyPr>
          <a:lstStyle/>
          <a:p>
            <a:r>
              <a:rPr lang="pl-PL" sz="7200">
                <a:solidFill>
                  <a:schemeClr val="bg1"/>
                </a:solidFill>
                <a:latin typeface="Aptos Black"/>
                <a:ea typeface="Calibri"/>
                <a:cs typeface="Arial"/>
              </a:rPr>
              <a:t>Światło widzialne </a:t>
            </a:r>
          </a:p>
        </p:txBody>
      </p:sp>
      <p:pic>
        <p:nvPicPr>
          <p:cNvPr id="8" name="Obraz 7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3883908A-1855-6A6F-217A-A655C0ED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32" y="4519352"/>
            <a:ext cx="3323834" cy="1805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Podtytuł 4">
            <a:extLst>
              <a:ext uri="{FF2B5EF4-FFF2-40B4-BE49-F238E27FC236}">
                <a16:creationId xmlns:a16="http://schemas.microsoft.com/office/drawing/2014/main" id="{784BCCE5-923C-524E-F8B1-B37A66C72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2801938"/>
            <a:ext cx="6838950" cy="1084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3600">
                <a:solidFill>
                  <a:schemeClr val="bg1"/>
                </a:solidFill>
                <a:latin typeface="Aptos Black"/>
              </a:rPr>
              <a:t>brama do postrzegania świata</a:t>
            </a:r>
          </a:p>
        </p:txBody>
      </p:sp>
      <p:pic>
        <p:nvPicPr>
          <p:cNvPr id="6" name="Obraz 5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C22BC3B0-AA3B-7972-7C5D-AE61F873B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963" y="4519613"/>
            <a:ext cx="3324225" cy="1809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FA2F82D0-72D7-6147-E361-AE5F80930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4514850"/>
            <a:ext cx="3600450" cy="1809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1F7E1-51F1-664F-DBAD-3164387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783A3C2B-622A-B31E-D7B1-7AEA7471A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3" y="-674353"/>
            <a:ext cx="3324225" cy="1809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B1602342-B75E-8B6D-144E-85AF662BA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-2723315"/>
            <a:ext cx="3333082" cy="1689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dtytuł 3">
            <a:extLst>
              <a:ext uri="{FF2B5EF4-FFF2-40B4-BE49-F238E27FC236}">
                <a16:creationId xmlns:a16="http://schemas.microsoft.com/office/drawing/2014/main" id="{28A5E26D-1ED1-A5F6-B335-6EAF6FE10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350" y="830263"/>
            <a:ext cx="6229350" cy="442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l-PL" sz="4800">
                <a:solidFill>
                  <a:schemeClr val="bg1"/>
                </a:solidFill>
                <a:latin typeface="Aptos Black"/>
              </a:rPr>
              <a:t>Czym jest światło widzialne? </a:t>
            </a:r>
            <a:endParaRPr lang="pl-PL">
              <a:solidFill>
                <a:schemeClr val="bg1"/>
              </a:solidFill>
            </a:endParaRPr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006107F5-75B0-0167-82C0-A49D05F75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31888"/>
            <a:ext cx="6010275" cy="442595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pl-PL" sz="2400">
              <a:solidFill>
                <a:srgbClr val="E6E8F0"/>
              </a:solidFill>
              <a:highlight>
                <a:srgbClr val="101218"/>
              </a:highlight>
            </a:endParaRPr>
          </a:p>
          <a:p>
            <a:pPr algn="l"/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11" name="Obraz 10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80B944A8-D9B3-B126-9D3A-FEB642F61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" y="2022559"/>
            <a:ext cx="5657850" cy="3124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477BA3A-B584-7B11-6B17-2C3140962C94}"/>
              </a:ext>
            </a:extLst>
          </p:cNvPr>
          <p:cNvSpPr txBox="1"/>
          <p:nvPr/>
        </p:nvSpPr>
        <p:spPr>
          <a:xfrm>
            <a:off x="6225957" y="2390253"/>
            <a:ext cx="5476875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>
                <a:solidFill>
                  <a:schemeClr val="bg1"/>
                </a:solidFill>
                <a:latin typeface="Aptos"/>
              </a:rPr>
              <a:t>Światło widzialne to fragment promieniowania elektromagnetycznego.</a:t>
            </a:r>
          </a:p>
          <a:p>
            <a:r>
              <a:rPr lang="pl-PL" sz="3200">
                <a:solidFill>
                  <a:schemeClr val="bg1"/>
                </a:solidFill>
              </a:rPr>
              <a:t>Które ma zakres fal: od ok. </a:t>
            </a:r>
            <a:r>
              <a:rPr lang="pl-PL" sz="3200" b="1">
                <a:solidFill>
                  <a:schemeClr val="bg1"/>
                </a:solidFill>
              </a:rPr>
              <a:t>380nm </a:t>
            </a:r>
            <a:r>
              <a:rPr lang="pl-PL" sz="3200">
                <a:solidFill>
                  <a:schemeClr val="bg1"/>
                </a:solidFill>
              </a:rPr>
              <a:t>(nanometrów) do </a:t>
            </a:r>
            <a:r>
              <a:rPr lang="pl-PL" sz="3200" b="1">
                <a:solidFill>
                  <a:schemeClr val="bg1"/>
                </a:solidFill>
              </a:rPr>
              <a:t>780nm </a:t>
            </a:r>
            <a:r>
              <a:rPr lang="pl-PL" sz="3200">
                <a:solidFill>
                  <a:schemeClr val="bg1"/>
                </a:solidFill>
              </a:rPr>
              <a:t>i również porusza się z prędkością ok. </a:t>
            </a:r>
            <a:r>
              <a:rPr lang="pl-PL" sz="3200" b="1">
                <a:solidFill>
                  <a:schemeClr val="bg1"/>
                </a:solidFill>
              </a:rPr>
              <a:t>300 000 km/s</a:t>
            </a:r>
            <a:r>
              <a:rPr lang="pl-PL" sz="3200">
                <a:solidFill>
                  <a:schemeClr val="bg1"/>
                </a:solidFill>
              </a:rPr>
              <a:t> (w próżni).</a:t>
            </a:r>
          </a:p>
          <a:p>
            <a:endParaRPr lang="pl-PL" sz="32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endParaRPr lang="pl-PL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34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D7958-881C-A766-DF1D-9157EDE3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C5B3FC3E-B4D6-7A13-6259-E7A025FE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-691314"/>
            <a:ext cx="3333082" cy="1689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dtytuł 3">
            <a:extLst>
              <a:ext uri="{FF2B5EF4-FFF2-40B4-BE49-F238E27FC236}">
                <a16:creationId xmlns:a16="http://schemas.microsoft.com/office/drawing/2014/main" id="{34EE8F72-7F8D-C9D9-6AAC-060F8DBC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350" y="830263"/>
            <a:ext cx="5855035" cy="442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l-PL" sz="4800">
                <a:solidFill>
                  <a:schemeClr val="bg1"/>
                </a:solidFill>
                <a:latin typeface="Aptos Black"/>
              </a:rPr>
              <a:t>Spektrum barw (Tęcza)</a:t>
            </a:r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F2627288-31C5-C24C-C30E-A7E662433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31888"/>
            <a:ext cx="6010275" cy="442595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pl-PL" sz="2400">
              <a:solidFill>
                <a:srgbClr val="E6E8F0"/>
              </a:solidFill>
              <a:highlight>
                <a:srgbClr val="101218"/>
              </a:highlight>
            </a:endParaRPr>
          </a:p>
          <a:p>
            <a:pPr algn="l"/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11" name="Obraz 10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12C43169-0D34-2C24-6452-13A1DCEB7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5559843"/>
            <a:ext cx="3492166" cy="1934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68E7863-AF3B-8B3F-9B3E-35408B64A03A}"/>
              </a:ext>
            </a:extLst>
          </p:cNvPr>
          <p:cNvSpPr txBox="1"/>
          <p:nvPr/>
        </p:nvSpPr>
        <p:spPr>
          <a:xfrm>
            <a:off x="6225957" y="2390253"/>
            <a:ext cx="60249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400">
                <a:solidFill>
                  <a:schemeClr val="bg1"/>
                </a:solidFill>
                <a:latin typeface="Aptos"/>
              </a:rPr>
              <a:t>Światło białe to mieszanka  wszystkich kolorów. Gdy przechodzi pryzmat, rozczepia się na: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Fioletowy (Najkrótsza fala, największa energia).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Niebieski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Zielony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Żółty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Pomarańczowy</a:t>
            </a:r>
          </a:p>
          <a:p>
            <a:pPr marL="457200" indent="-457200">
              <a:buAutoNum type="arabicPeriod"/>
            </a:pPr>
            <a:r>
              <a:rPr lang="pl-PL" sz="2400">
                <a:solidFill>
                  <a:schemeClr val="bg1"/>
                </a:solidFill>
              </a:rPr>
              <a:t>Czerwony (Najdłuższa fala, najmniejsza energia)</a:t>
            </a:r>
          </a:p>
          <a:p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2" name="Obraz 1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D60101CB-99D9-8D4C-CED3-EC7E0A225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3" y="1831891"/>
            <a:ext cx="5667710" cy="30204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Obraz 2" descr="Obraz zawierający żarówka&#10;&#10;Zawartość wygenerowana przez AI może być niepoprawna.">
            <a:extLst>
              <a:ext uri="{FF2B5EF4-FFF2-40B4-BE49-F238E27FC236}">
                <a16:creationId xmlns:a16="http://schemas.microsoft.com/office/drawing/2014/main" id="{E61FEBE8-FF37-21BF-4B6E-A6298D4EE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67" y="-2528798"/>
            <a:ext cx="3341298" cy="1664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18012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47CF5-FA97-0FFA-F03C-EB578DC6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4A589DE3-E1BE-C6DC-CFC0-4348046E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26" y="2034507"/>
            <a:ext cx="5498766" cy="27856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dtytuł 3">
            <a:extLst>
              <a:ext uri="{FF2B5EF4-FFF2-40B4-BE49-F238E27FC236}">
                <a16:creationId xmlns:a16="http://schemas.microsoft.com/office/drawing/2014/main" id="{3FE256C4-CEC2-41AB-E64C-3B7F6469D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350" y="830263"/>
            <a:ext cx="5855035" cy="442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l-PL" sz="4800">
                <a:solidFill>
                  <a:schemeClr val="bg1"/>
                </a:solidFill>
                <a:latin typeface="Aptos Black"/>
              </a:rPr>
              <a:t>Jak widzimy kolory?</a:t>
            </a:r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431BA4A3-7475-57BD-9537-ED767E105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31888"/>
            <a:ext cx="6010275" cy="442595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pl-PL" sz="2400">
              <a:solidFill>
                <a:srgbClr val="E6E8F0"/>
              </a:solidFill>
              <a:highlight>
                <a:srgbClr val="101218"/>
              </a:highlight>
            </a:endParaRPr>
          </a:p>
          <a:p>
            <a:pPr algn="l"/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11" name="Obraz 10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0D433ECA-B927-CFC7-4E73-E8E0B8070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22" y="7992895"/>
            <a:ext cx="3492166" cy="1934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01FC85E-548D-5C9D-62C2-B01617098DDF}"/>
              </a:ext>
            </a:extLst>
          </p:cNvPr>
          <p:cNvSpPr txBox="1"/>
          <p:nvPr/>
        </p:nvSpPr>
        <p:spPr>
          <a:xfrm>
            <a:off x="6225957" y="2390253"/>
            <a:ext cx="587792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400">
                <a:solidFill>
                  <a:schemeClr val="bg1"/>
                </a:solidFill>
              </a:rPr>
              <a:t>Obiekty nie "mają" koloru – one go </a:t>
            </a:r>
            <a:r>
              <a:rPr lang="pl-PL" sz="2400" b="1">
                <a:solidFill>
                  <a:schemeClr val="bg1"/>
                </a:solidFill>
              </a:rPr>
              <a:t>odbijają.</a:t>
            </a:r>
          </a:p>
          <a:p>
            <a:r>
              <a:rPr lang="pl-PL" sz="2400">
                <a:solidFill>
                  <a:schemeClr val="bg1"/>
                </a:solidFill>
              </a:rPr>
              <a:t>Przykład: Liść jest zielony, ponieważ pochłania wszystkie barwy światła, a </a:t>
            </a:r>
            <a:r>
              <a:rPr lang="pl-PL" sz="2400" b="1">
                <a:solidFill>
                  <a:schemeClr val="bg1"/>
                </a:solidFill>
              </a:rPr>
              <a:t>odbija tylko zieloną</a:t>
            </a:r>
            <a:r>
              <a:rPr lang="pl-PL" sz="2400">
                <a:solidFill>
                  <a:schemeClr val="bg1"/>
                </a:solidFill>
              </a:rPr>
              <a:t>, która trafia do naszego oka.</a:t>
            </a:r>
          </a:p>
          <a:p>
            <a:r>
              <a:rPr lang="pl-PL" sz="2400">
                <a:solidFill>
                  <a:schemeClr val="bg1"/>
                </a:solidFill>
              </a:rPr>
              <a:t>Barwa biała odbija wszystko, barwa czarna pochłania wszystko</a:t>
            </a:r>
          </a:p>
          <a:p>
            <a:endParaRPr lang="pl-PL" sz="2400">
              <a:solidFill>
                <a:schemeClr val="bg1"/>
              </a:solidFill>
            </a:endParaRPr>
          </a:p>
        </p:txBody>
      </p:sp>
      <p:pic>
        <p:nvPicPr>
          <p:cNvPr id="2" name="Obraz 1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00402FB0-C82F-71B8-4C3B-89000504F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60" y="5949364"/>
            <a:ext cx="3502026" cy="18039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Obraz 4" descr="Obraz zawierający żarówka&#10;&#10;Zawartość wygenerowana przez AI może być niepoprawna.">
            <a:extLst>
              <a:ext uri="{FF2B5EF4-FFF2-40B4-BE49-F238E27FC236}">
                <a16:creationId xmlns:a16="http://schemas.microsoft.com/office/drawing/2014/main" id="{EA9F0B7D-9CFD-256B-A129-498714583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-898861"/>
            <a:ext cx="3483811" cy="18110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Obraz 2" descr="Obraz zawierający oczy, przybliżenie, rzęsa, Irys&#10;&#10;Zawartość wygenerowana przez AI może być niepoprawna.">
            <a:extLst>
              <a:ext uri="{FF2B5EF4-FFF2-40B4-BE49-F238E27FC236}">
                <a16:creationId xmlns:a16="http://schemas.microsoft.com/office/drawing/2014/main" id="{6622C899-5C5F-386A-89C2-6EF8C6611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8" y="-3209925"/>
            <a:ext cx="3490020" cy="20383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293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DE0A1-E135-8CDD-062F-77C39C67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68F24C5B-73AB-F030-293C-20B31D0AC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57" y="6004928"/>
            <a:ext cx="3346451" cy="1689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dtytuł 3">
            <a:extLst>
              <a:ext uri="{FF2B5EF4-FFF2-40B4-BE49-F238E27FC236}">
                <a16:creationId xmlns:a16="http://schemas.microsoft.com/office/drawing/2014/main" id="{04A7210A-2F8C-0A5F-D0D1-32C1F755A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350" y="830263"/>
            <a:ext cx="5855035" cy="442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l-PL" sz="4800">
                <a:solidFill>
                  <a:schemeClr val="bg1"/>
                </a:solidFill>
                <a:latin typeface="Aptos Black"/>
              </a:rPr>
              <a:t>Źródła światła</a:t>
            </a:r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64606216-2D50-B179-59B1-72B413CC5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492835"/>
            <a:ext cx="5983539" cy="406500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pl-PL" sz="2400">
              <a:solidFill>
                <a:srgbClr val="E6E8F0"/>
              </a:solidFill>
              <a:highlight>
                <a:srgbClr val="101218"/>
              </a:highlight>
            </a:endParaRPr>
          </a:p>
          <a:p>
            <a:pPr marL="457200" indent="-457200" algn="l">
              <a:buFont typeface="Arial"/>
              <a:buChar char="•"/>
            </a:pPr>
            <a:r>
              <a:rPr lang="pl-PL" sz="3200" b="1">
                <a:solidFill>
                  <a:schemeClr val="bg1"/>
                </a:solidFill>
              </a:rPr>
              <a:t>Naturalne</a:t>
            </a:r>
            <a:r>
              <a:rPr lang="pl-PL" sz="3200">
                <a:solidFill>
                  <a:schemeClr val="bg1"/>
                </a:solidFill>
              </a:rPr>
              <a:t>: Słonce (głowne źródło życia), gwiazdy, błyskawice, ogień </a:t>
            </a:r>
            <a:br>
              <a:rPr lang="pl-PL" sz="3200">
                <a:solidFill>
                  <a:schemeClr val="bg1"/>
                </a:solidFill>
              </a:rPr>
            </a:br>
            <a:r>
              <a:rPr lang="pl-PL" sz="3200" b="1">
                <a:solidFill>
                  <a:schemeClr val="bg1"/>
                </a:solidFill>
              </a:rPr>
              <a:t>Sztuczne</a:t>
            </a:r>
            <a:r>
              <a:rPr lang="pl-PL" sz="3200">
                <a:solidFill>
                  <a:schemeClr val="bg1"/>
                </a:solidFill>
              </a:rPr>
              <a:t>: żarówki LED, świetlówki, lasery, ekrany urządzeń.</a:t>
            </a:r>
            <a:br>
              <a:rPr lang="pl-PL" sz="3200">
                <a:solidFill>
                  <a:schemeClr val="bg1"/>
                </a:solidFill>
              </a:rPr>
            </a:br>
            <a:r>
              <a:rPr lang="pl-PL" sz="3200" b="1">
                <a:solidFill>
                  <a:schemeClr val="bg1"/>
                </a:solidFill>
              </a:rPr>
              <a:t>Bioluminescencja</a:t>
            </a:r>
            <a:r>
              <a:rPr lang="pl-PL" sz="3200">
                <a:solidFill>
                  <a:schemeClr val="bg1"/>
                </a:solidFill>
              </a:rPr>
              <a:t>: Światło wytwarzane przez organizmy żywe (np. meduzy, świetliki).</a:t>
            </a:r>
            <a:br>
              <a:rPr lang="pl-PL" sz="3200"/>
            </a:br>
            <a:endParaRPr lang="pl-PL" sz="3200">
              <a:solidFill>
                <a:schemeClr val="bg1"/>
              </a:solidFill>
            </a:endParaRPr>
          </a:p>
        </p:txBody>
      </p:sp>
      <p:pic>
        <p:nvPicPr>
          <p:cNvPr id="11" name="Obraz 10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04F0CD07-AF89-73F3-210A-BE0EFCE47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1" y="10038263"/>
            <a:ext cx="3492166" cy="1934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Obraz 1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182C501B-7CF6-299A-044E-19E2903B1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60" y="7994732"/>
            <a:ext cx="3502026" cy="18039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Obraz 4" descr="Obraz zawierający żarówka&#10;&#10;Zawartość wygenerowana przez AI może być niepoprawna.">
            <a:extLst>
              <a:ext uri="{FF2B5EF4-FFF2-40B4-BE49-F238E27FC236}">
                <a16:creationId xmlns:a16="http://schemas.microsoft.com/office/drawing/2014/main" id="{01CD5E91-63B6-0B2A-21C5-A1B4D2818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2028823"/>
            <a:ext cx="5489074" cy="28003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Obraz 2" descr="Obraz zawierający oczy, przybliżenie, rzęsa, Irys&#10;&#10;Zawartość wygenerowana przez AI może być niepoprawna.">
            <a:extLst>
              <a:ext uri="{FF2B5EF4-FFF2-40B4-BE49-F238E27FC236}">
                <a16:creationId xmlns:a16="http://schemas.microsoft.com/office/drawing/2014/main" id="{2CB6B80E-9022-0307-D771-B037AF707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540" y="-842212"/>
            <a:ext cx="3495868" cy="16977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6981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8F5D2-ED37-5529-9159-5DDCBD63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rysowanie, clipart, origami, ilustracja&#10;&#10;Zawartość wygenerowana przez AI może być niepoprawna.">
            <a:extLst>
              <a:ext uri="{FF2B5EF4-FFF2-40B4-BE49-F238E27FC236}">
                <a16:creationId xmlns:a16="http://schemas.microsoft.com/office/drawing/2014/main" id="{1FFBA164-DFFE-8A8A-44D1-1C260E9D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57" y="7996823"/>
            <a:ext cx="3346451" cy="1689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dtytuł 3">
            <a:extLst>
              <a:ext uri="{FF2B5EF4-FFF2-40B4-BE49-F238E27FC236}">
                <a16:creationId xmlns:a16="http://schemas.microsoft.com/office/drawing/2014/main" id="{32A7BA04-76FA-1FD1-C5E8-3FC80A377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350" y="830263"/>
            <a:ext cx="5855035" cy="442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l-PL" sz="4800">
                <a:solidFill>
                  <a:schemeClr val="bg1"/>
                </a:solidFill>
                <a:latin typeface="Aptos Black"/>
              </a:rPr>
              <a:t>Podsumowanie</a:t>
            </a:r>
          </a:p>
        </p:txBody>
      </p:sp>
      <p:sp>
        <p:nvSpPr>
          <p:cNvPr id="10" name="Tytuł 9">
            <a:extLst>
              <a:ext uri="{FF2B5EF4-FFF2-40B4-BE49-F238E27FC236}">
                <a16:creationId xmlns:a16="http://schemas.microsoft.com/office/drawing/2014/main" id="{0A079708-7348-86E6-0034-8DD71CE14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492835"/>
            <a:ext cx="5983539" cy="406500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pl-PL" sz="2400">
              <a:solidFill>
                <a:srgbClr val="E6E8F0"/>
              </a:solidFill>
              <a:highlight>
                <a:srgbClr val="101218"/>
              </a:highlight>
            </a:endParaRPr>
          </a:p>
          <a:p>
            <a:pPr marL="457200" indent="-457200" algn="l">
              <a:buFont typeface="Arial"/>
              <a:buChar char="•"/>
            </a:pPr>
            <a:r>
              <a:rPr lang="pl-PL" sz="3200">
                <a:solidFill>
                  <a:schemeClr val="bg1"/>
                </a:solidFill>
              </a:rPr>
              <a:t>Bez światła widzialnego nie mielibyśmy wzroku – </a:t>
            </a:r>
            <a:r>
              <a:rPr lang="pl-PL" sz="3200" b="1">
                <a:solidFill>
                  <a:schemeClr val="bg1"/>
                </a:solidFill>
              </a:rPr>
              <a:t>naszego najważniejszego zmysłu.</a:t>
            </a:r>
            <a:br>
              <a:rPr lang="pl-PL" sz="3200" b="1">
                <a:solidFill>
                  <a:schemeClr val="bg1"/>
                </a:solidFill>
              </a:rPr>
            </a:br>
            <a:r>
              <a:rPr lang="pl-PL" sz="3200" b="1">
                <a:solidFill>
                  <a:schemeClr val="bg1"/>
                </a:solidFill>
              </a:rPr>
              <a:t>Światło to nie tylko obraz, to także energia i informacja</a:t>
            </a:r>
            <a:br>
              <a:rPr lang="pl-PL" sz="3200" b="1"/>
            </a:br>
            <a:endParaRPr lang="pl-PL" sz="3200">
              <a:solidFill>
                <a:schemeClr val="bg1"/>
              </a:solidFill>
            </a:endParaRPr>
          </a:p>
        </p:txBody>
      </p:sp>
      <p:pic>
        <p:nvPicPr>
          <p:cNvPr id="11" name="Obraz 10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D48E5DBA-2075-1800-2DE0-2E3D578B7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67" y="10077612"/>
            <a:ext cx="3492166" cy="1934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Obraz 1" descr="Obraz zawierający tekst, diagram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A67C46D9-3294-AAEB-95A6-B25E4FDD8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60" y="7994732"/>
            <a:ext cx="3502026" cy="18039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Obraz 4" descr="Obraz zawierający żarówka&#10;&#10;Zawartość wygenerowana przez AI może być niepoprawna.">
            <a:extLst>
              <a:ext uri="{FF2B5EF4-FFF2-40B4-BE49-F238E27FC236}">
                <a16:creationId xmlns:a16="http://schemas.microsoft.com/office/drawing/2014/main" id="{6F9A623C-8E01-42B3-30E3-D8309B0B5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6012612"/>
            <a:ext cx="3483811" cy="17041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Obraz 2" descr="Obraz zawierający oczy, przybliżenie, rzęsa, Irys&#10;&#10;Zawartość wygenerowana przez AI może być niepoprawna.">
            <a:extLst>
              <a:ext uri="{FF2B5EF4-FFF2-40B4-BE49-F238E27FC236}">
                <a16:creationId xmlns:a16="http://schemas.microsoft.com/office/drawing/2014/main" id="{137C256B-D95F-0F62-9A14-8A1D797CF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19" y="2025648"/>
            <a:ext cx="5499961" cy="28011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96248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6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Światło widzialne </vt:lpstr>
      <vt:lpstr> </vt:lpstr>
      <vt:lpstr> </vt:lpstr>
      <vt:lpstr> </vt:lpstr>
      <vt:lpstr> Naturalne: Słonce (głowne źródło życia), gwiazdy, błyskawice, ogień  Sztuczne: żarówki LED, świetlówki, lasery, ekrany urządzeń. Bioluminescencja: Światło wytwarzane przez organizmy żywe (np. meduzy, świetliki). </vt:lpstr>
      <vt:lpstr> Bez światła widzialnego nie mielibyśmy wzroku – naszego najważniejszego zmysłu. Światło to nie tylko obraz, to także energia i informacja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24</cp:revision>
  <dcterms:created xsi:type="dcterms:W3CDTF">2026-04-13T09:34:32Z</dcterms:created>
  <dcterms:modified xsi:type="dcterms:W3CDTF">2026-04-13T20:55:35Z</dcterms:modified>
</cp:coreProperties>
</file>